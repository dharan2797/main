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imes New Roman"/>
              </a:rPr>
              <a:t>FILEVAULT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  <a:latin typeface="Times New Roman"/>
              </a:rPr>
              <a:t>Secure Enterprise File Management Portal
Complete Technical, Functional &amp; Theoretical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7CEEB"/>
                </a:solidFill>
                <a:latin typeface="Times New Roman"/>
              </a:rPr>
              <a:t>@DR JMR INFOTECH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What is FileVault?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FileVault is a fully self-hosted, enterprise-grade, secure file management web portal.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Built with Python + Flask — no external cloud services, no data leaves your server.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Accessible from any device via a standard web browser — no software to install.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Designed for organisations of all sizes — from small offices to large enterprises.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Core Pillars: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Security — Role-based access, credential vaults, path traversal prevention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Collaboration — Internal shares, comments, version history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Governance — Quotas, ACL, 30-day recycle bin, full audit log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Simplicity — No database required, runs on JSON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Problems FileVault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Common organisational pain points addressed: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Files scattered across USB drives, emails, and personal laptops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No control over who has access to sensitive folders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No audit trail — cannot know who deleted or modified a file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Monthly subscription fees for Google Drive, SharePoint, Dropbox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Data stored on third-party servers — compliance and privacy risk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No recovery when files are accidentally deleted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❌  No way to share files securely with external clients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✅ FileVault solves ALL of the above with ONE self-hosted installation.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Backend: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Python 3.9+ — Core language: robust, cross-platform, vast stdlib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Flask 2.3.3 — Lightweight web framework with built-in routing and Jinja2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Flask-Login 0.6.3 — Session management, @login_required, current_user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Werkzeug 2.3.8 — Password hashing (PBKDF2-SHA256), secure_filename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Frontend: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HTML5 — Semantic page structure for all 18+ templates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CSS3 (Vanilla) — Custom sky-blue theme, glassmorphism, animations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JavaScript (Vanilla) — Drag-and-drop upload, real-time search, modals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Jinja2 — Server-side dynamic HTML rendering with template inheritance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Infrastructure: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Gunicorn (Linux) / Waitress (Windows) — Production WSGI server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nginx — Reverse proxy, HTTPS, removes upload size limits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JSON Files — Lightweight data layer — no database server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System Architecture — Three-Tier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Tier 1 — Presentation Layer (Browser):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HTML5 + CSS3 + JavaScript renders the portal UI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Drag-and-drop uploads, file tables, modals, real-time search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Communicates with Flask via standard HTTP requests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Tier 2 — Application Layer (Flask + Python):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app.py: 60+ route handlers manage all business logic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Authentication, ACL checks, quota enforcement, share validation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File operations: upload, download, delete, move, copy, rename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Tier 3 — Data Layer (File System + JSON):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UPLOAD_FOLDER: All uploaded files stored here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.trash/: Soft-deleted files held for 30 days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.versions/: File version history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JSON files: users, quotas, shares, vault, ACL, favourites,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Key Features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File &amp; Folder Management: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Upload any file type and size (PDF, video, APK, ZIP, EXE, SQL, etc.)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Create, rename, move, copy, delete folders of unlimited depth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Batch download multiple files as a single ZIP archive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Public Share Links: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4 permission levels: Read-Only | Download | Upload+Read+Download | Full Access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Each link can have its own Username + Password (stored in Key Vault)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Set optional expiry dates on share links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Recycle Bin — 30-Day Retention: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Files and folders are NEVER permanently deleted immediately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All deletions go to .trash first — can be restored any time within 30 days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Auto-purge: Items older than 30 days are permanently removed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Key Features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Security &amp; Access Control: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Role-based users: Admin (full access) and Standard (ACL-governed)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Folder-level ACL — restrict any folder to specific users only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PBKDF2-SHA256 password hashing — no plaintext passwords anywhere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Path traversal prevention on all file operations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Collaboration &amp; Productivity: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File versioning — save and restore previous file versions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File comments — leave notes on individual files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Internal sharing — share files with other portal users by username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Favourites — star frequently used items for quick access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Governance &amp; Compliance: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Storage quotas — set per-folder maximum storage limits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Full audit log — every action recorded with who, what, when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Global search — find any file or folder instantly across all directories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Security Architecture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Authentication: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Flask-Login signed session cookies using .secret_key (64-char random hex)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SHA-256 PBKDF2 salted password hashing via Werkzeug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Authorisation: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@login_required decorator on all internal routes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require_editor() guard checks ACL before any destructive operation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Admin role enforced on user management, ACL, and full audit log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Share Link Security: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secrets.token_urlsafe(32) — cryptographically secure random tokens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Credentials stored separately in shares_vault.json — not in share_links.json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Per-permission enforcement: Read-Only tokens return 403 on download/modify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File System Safety: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All paths validated against UPLOAD_FOLDER base via os.path.abspath()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is_safe_path() prevents path traversal (../../etc/passwd style attacks)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secure_filename() sanitises uploaded filenames before writing to disk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Audit Trail: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Append-only activity.log: timestamp | action | actor | target | detail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Covers: login, logout, upload, delete, restore, share, rename, move, ACL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Data Storage — Where Everything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UPLOAD_FOLDER (default: /var/www/html/software on Linux):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All uploaded files and folders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.trash/  — Soft-deleted items (30-day auto-purge)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.versions/ — File version history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DATA_DIR (default: Project root /var/www/FileVault):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users.json — User accounts + hashed passwords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share_links.json — Active share tokens + metadata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shares_vault.json — Per-link username + hashed password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folder_quotas.json — Per-folder storage limits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folder_acl.json — Folder access control entries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activity.log — Full audit trail (append-only)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favorites.json, comments.json, internal_shares.json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Configuration: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config.py line 8: UPLOAD_FOLDER — change to any absolute path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Set UPLOAD_FOLDER environment variable to override without code change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DATA_DIR env variable controls where JSON data files are 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Deployment — Linux (Step by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apt update &amp;&amp; apt install python3 python3-pip nginx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mkdir /var/www/FileVault &amp;&amp; copy source code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python3 -m venv venv &amp;&amp; source venv/bin/activate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pip install -r requirements.txt &amp;&amp; pip install gunicorn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mkdir /var/www/html/software  (Storage directory)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chown -R www-data:www-data /var/www/html/software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Create /etc/systemd/system/filevault.service  (auto-start on boot)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systemctl enable filevault &amp;&amp; systemctl start filevault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Create /etc/nginx/sites-available/filevault  (reverse proxy config)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ln -s sites-available/filevault sites-enabled/ &amp;&amp; nginx -t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sudo ufw allow 'Nginx Full'  (open firewall)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Access: http://your-domain.com → Login: admin / admin123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⚠️  Change default admin password immediately!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Deployment — Windows (Step by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Install Python 3.9+ from python.org  (check 'Add to PATH')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Open PowerShell as Administrator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Set-ExecutionPolicy RemoteSigned -Scope CurrentUser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Create D:\FileVault  →  Copy source code into it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python -m venv venv  →  .\venv\Scripts\Activate.ps1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pip install -r requirements.txt &amp;&amp; pip install waitress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mkdir D:\FileVaultStorage  (file storage directory)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$env:UPLOAD_FOLDER = 'D:\FileVaultStorage'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Run: python -c "from waitress import serve; from app import app; serve(app, host='0.0.0.0', port=5000)"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New-NetFirewallRule -LocalPort 5000 -Protocol TCP -Action Allow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Task Scheduler → Create Task → At Startup → Run waitress command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Access: http://localhost:5000  →  Login: admin / admin123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⚠️  Change default admin password immediately!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Admin Credentials — Default &amp; How to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Default Credentials (auto-created on first run):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Username:  admin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Password:  admin123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Role:  admin (full access to all features)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⚠️  CRITICAL — Change password immediately after first login!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Method 1 — Via Admin Panel (Recommended):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Log in → Admin → Users → Delete existing admin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Create new admin with strong password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Method 2 — Via Python Command Line: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python3 -c "from werkzeug.security import generate_password_hash; print(generate_password_hash('NewPassword'))"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Paste the hash output into users.json as 'password_hash' for admin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Recommended password policy: 12+ chars, uppercase + lowercase + numbers +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Advantages Over Commercial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💰 Zero Licensing Cost: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No monthly per-user fees unlike SharePoint (₹800+/user/month) or Dropbox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🔒 Complete Data Sovereignty: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All files stay on YOUR server — no third-party access, no data mining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📦 Unlimited Storage: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Limited only by your server disk — not by subscription tier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🔧 Fully Customisable: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Open source — modify any feature, permission rule, or UI to your exact need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🌐 Offline Capable: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Operates entirely on your internal network — no internet required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👥 No User Seat Limits: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Unlimited user accounts — no per-seat licensing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📋 Compliance Ready: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Data never leaves your infrastructure — GDPR, HIPAA, ISO 27001 friendly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  <a:latin typeface="Times New Roman"/>
              </a:rPr>
              <a:t>▶  🗃 No Database Server: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000000"/>
                </a:solidFill>
                <a:latin typeface="Times New Roman"/>
              </a:rPr>
              <a:t>     •  No MySQL, PostgreSQL, or MongoDB required — reduces infra cost and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Benefits — Summary for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One-time setup cost — Zero recurring software licensing fees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Your data stays on your server — complete privacy and control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Replaces costly cloud storage subscriptions (Google Drive, SharePoint, Dropbox)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Reduces risk of data breaches from third-party cloud providers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Enables secure external file sharing without email attachments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Provides a full audit trail for governance, legal, and compliance needs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Protects against accidental data loss with 30-day soft-delete retention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Scales from 5 to 500+ users on the same infrastructure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Runs on existing servers — no new hardware required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00000"/>
                </a:solidFill>
                <a:latin typeface="Times New Roman"/>
              </a:rPr>
              <a:t>▶  Portable — migrate to any server with a simple folder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4B5"/>
                </a:solidFill>
                <a:latin typeface="Times New Roman"/>
              </a:rPr>
              <a:t>@DR JMR INFOTECH  |  FileVault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FILEVAULT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7CEEB"/>
                </a:solidFill>
                <a:latin typeface="Times New Roman"/>
              </a:rPr>
              <a:t>Secure. Self-Hosted. Enterprise-Ready.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  <a:latin typeface="Times New Roman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7CEEB"/>
                </a:solidFill>
                <a:latin typeface="Times New Roman"/>
              </a:rPr>
              <a:t>@DR JMR INFOTECH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D7EE"/>
                </a:solidFill>
                <a:latin typeface="Times New Roman"/>
              </a:rPr>
              <a:t>Document prepared: 28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2195</Words>
  <Application>Microsoft Office PowerPoint</Application>
  <PresentationFormat>On-screen Show (4:3)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Dharan R</cp:lastModifiedBy>
  <cp:revision>2</cp:revision>
  <dcterms:created xsi:type="dcterms:W3CDTF">2013-01-27T09:14:16Z</dcterms:created>
  <dcterms:modified xsi:type="dcterms:W3CDTF">2026-06-27T18:38:36Z</dcterms:modified>
  <cp:category/>
</cp:coreProperties>
</file>